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-1097280"/>
            <a:ext cx="4114800" cy="4114800"/>
          </a:xfrm>
          <a:prstGeom prst="ellipse">
            <a:avLst/>
          </a:prstGeom>
          <a:solidFill>
            <a:srgbClr val="17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FB4FF"/>
                </a:solidFill>
                <a:latin typeface="Segoe UI"/>
              </a:rPr>
              <a:t>HACKATHON  ·  QA AUTOMATION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574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FFFFFF"/>
                </a:solidFill>
                <a:latin typeface="Segoe UI"/>
              </a:rPr>
              <a:t>AI Test Case Generator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5000" b="1" i="0">
                <a:solidFill>
                  <a:srgbClr val="9FC2FF"/>
                </a:solidFill>
                <a:latin typeface="Segoe UI"/>
              </a:rPr>
              <a:t>&amp; Automation Platform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1480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C6CFDE"/>
                </a:solidFill>
                <a:latin typeface="Segoe UI"/>
              </a:rPr>
              <a:t>From requirement workbooks to approved, traceable test cases — and runnable Playwright specs — powered by AWS Bedrock.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257800"/>
            <a:ext cx="844905" cy="3017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257800"/>
            <a:ext cx="844905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FD3FF"/>
                </a:solidFill>
                <a:latin typeface="Segoe UI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58568" y="5257800"/>
            <a:ext cx="760780" cy="3017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58568" y="5257800"/>
            <a:ext cx="7607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FD3FF"/>
                </a:solidFill>
                <a:latin typeface="Segoe UI"/>
              </a:rPr>
              <a:t>SQLite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75888" y="5257800"/>
            <a:ext cx="1181404" cy="3017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5888" y="5257800"/>
            <a:ext cx="1181404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FD3FF"/>
                </a:solidFill>
                <a:latin typeface="Segoe UI"/>
              </a:rPr>
              <a:t>AWS Bedrock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93208" y="5257800"/>
            <a:ext cx="1097280" cy="3017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93208" y="5257800"/>
            <a:ext cx="109728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FD3FF"/>
                </a:solidFill>
                <a:latin typeface="Segoe UI"/>
              </a:rPr>
              <a:t>Playwright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10528" y="5257800"/>
            <a:ext cx="676656" cy="30175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5257800"/>
            <a:ext cx="676656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FD3FF"/>
                </a:solidFill>
                <a:latin typeface="Segoe UI"/>
              </a:rPr>
              <a:t>React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1722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7A89A6"/>
                </a:solidFill>
                <a:latin typeface="Segoe UI"/>
              </a:rPr>
              <a:t>Technical Overview  ·  Architecture  ·  Pipeline  ·  Roadmap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Manual test authoring is slow, lossy, and hard to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5394960" cy="205740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Hours per requirement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56032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QA engineers hand-write test cases from dense BRD/PRD and QBP workbooks — a repetitive, error-prone slog.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394960" cy="205740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01168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Traceability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56032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When a requirement changes, nobody can quickly answer "which test cases cover this rule?" Coverage drifts silently.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69080"/>
            <a:ext cx="5394960" cy="205740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06908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Inconsistent quality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89204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Depth and phrasing vary by author; edge cases get missed and expected results are often vague.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4069080"/>
            <a:ext cx="5394960" cy="205740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4069080"/>
            <a:ext cx="109728" cy="2057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434340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Automation lag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4892040"/>
            <a:ext cx="4754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Turning an approved test case into a runnable Playwright spec is yet another manual, specialist step.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One pipeline: workbook → rules → tests → scripts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6B7280"/>
                </a:solidFill>
                <a:latin typeface="Segoe UI"/>
              </a:rPr>
              <a:t>Upload a requirement/QBP Excel workbook. The platform extracts rules, an LLM drafts traceable test cases, a reviewer approves them, and approved cases become Playwright TypeScript specs — all in one place.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514600"/>
            <a:ext cx="269748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514600"/>
            <a:ext cx="2697480" cy="128016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0120" y="2898648"/>
            <a:ext cx="658368" cy="65836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89864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490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81D"/>
                </a:solidFill>
                <a:latin typeface="Segoe UI"/>
              </a:rPr>
              <a:t>Ingest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Parse .xlsx; flatten sheets to text and auto-extract rule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9272" y="36576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2563EB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2514600"/>
            <a:ext cx="269748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93008" y="2514600"/>
            <a:ext cx="2697480" cy="128016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813048" y="289864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289864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7490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81D"/>
                </a:solidFill>
                <a:latin typeface="Segoe UI"/>
              </a:rPr>
              <a:t>Generate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13048" y="4251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Bedrock drafts customer-specific test cases per rule.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36576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7C3AED"/>
                </a:solidFill>
                <a:latin typeface="Segoe U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45936" y="2514600"/>
            <a:ext cx="269748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345936" y="2514600"/>
            <a:ext cx="2697480" cy="128016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665976" y="2898648"/>
            <a:ext cx="658368" cy="658368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5976" y="289864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5976" y="37490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81D"/>
                </a:solidFill>
                <a:latin typeface="Segoe UI"/>
              </a:rPr>
              <a:t>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5976" y="4251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Edit and approve drafts; every case traces to a requirement.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25128" y="36576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B45309"/>
                </a:solidFill>
                <a:latin typeface="Segoe U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98864" y="2514600"/>
            <a:ext cx="2697480" cy="2651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98864" y="2514600"/>
            <a:ext cx="2697480" cy="128016"/>
          </a:xfrm>
          <a:prstGeom prst="round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518904" y="2898648"/>
            <a:ext cx="658368" cy="658368"/>
          </a:xfrm>
          <a:prstGeom prst="ellipse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18904" y="2898648"/>
            <a:ext cx="65836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18904" y="3749040"/>
            <a:ext cx="2057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16181D"/>
                </a:solidFill>
                <a:latin typeface="Segoe UI"/>
              </a:rPr>
              <a:t>Automate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18904" y="4251960"/>
            <a:ext cx="21488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</a:rPr>
              <a:t>Convert approved cases into runnable Playwright specs.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What the platform is built 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91640"/>
            <a:ext cx="53949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947672"/>
            <a:ext cx="274320" cy="2743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91109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Backend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46888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FastAPI 0.115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Async Python web framework + Swagger UI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986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Uvicorn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ASGI server (run without --reload on Windows)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32841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Pydantic 2.10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Request/response schemas &amp; strict tool schemas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91640"/>
            <a:ext cx="53949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83680" y="1947672"/>
            <a:ext cx="274320" cy="27432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95160" y="191109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Data &amp; Parsing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46888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SQLAlchemy 2.0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ORM over the pipeline data model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89864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SQLite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Single-file DB (automation.db), created at startup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332841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7C3AED"/>
                </a:solidFill>
                <a:latin typeface="Segoe UI"/>
              </a:rPr>
              <a:t>openpyxl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Reads .xlsx sheets → text &amp; rule tables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114800"/>
            <a:ext cx="53949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370832"/>
            <a:ext cx="274320" cy="274320"/>
          </a:xfrm>
          <a:prstGeom prst="ellipse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43342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AI / LLM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8920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67647"/>
                </a:solidFill>
                <a:latin typeface="Segoe UI"/>
              </a:rPr>
              <a:t>AWS Bedrock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Converse API, bearer-token auth via boto3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32180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67647"/>
                </a:solidFill>
                <a:latin typeface="Segoe UI"/>
              </a:rPr>
              <a:t>Tool-forced output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Model must call record_test_cases (strict JSON)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575157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67647"/>
                </a:solidFill>
                <a:latin typeface="Segoe UI"/>
              </a:rPr>
              <a:t>boto3 ≥ 1.35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bedrock-runtime client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4114800"/>
            <a:ext cx="5394960" cy="2148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83680" y="4370832"/>
            <a:ext cx="274320" cy="27432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4334256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16181D"/>
                </a:solidFill>
                <a:latin typeface="Segoe UI"/>
              </a:rPr>
              <a:t>Output &amp; Frontend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4892040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Playwright / TS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Approved cases → .spec.ts automation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321808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React + Vite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Reviewer UI at localhost:5173 (CORS allowed)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9400" y="5751576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B45309"/>
                </a:solidFill>
                <a:latin typeface="Segoe UI"/>
              </a:rPr>
              <a:t>Server-rendered HTML  </a:t>
            </a:r>
            <a:r>
              <a:rPr sz="1150" b="0" i="0">
                <a:solidFill>
                  <a:srgbClr val="6B7280"/>
                </a:solidFill>
                <a:latin typeface="Segoe UI"/>
              </a:rPr>
              <a:t>Traceability / audit 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Layered, synchronous request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7406640" cy="987552"/>
          </a:xfrm>
          <a:prstGeom prst="roundRect">
            <a:avLst/>
          </a:prstGeom>
          <a:solidFill>
            <a:srgbClr val="EAF2FE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128016" cy="987552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293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563EB"/>
                </a:solidFill>
                <a:latin typeface="Segoe UI"/>
              </a:rPr>
              <a:t>CLIENT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29514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81D"/>
                </a:solidFill>
                <a:latin typeface="Segoe UI"/>
              </a:rPr>
              <a:t>React + Vite reviewer UI  ·  Swagger /docs  ·  curl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74320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6B7280"/>
                </a:solidFill>
                <a:latin typeface="Segoe U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2971800"/>
            <a:ext cx="7406640" cy="987552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2971800"/>
            <a:ext cx="128016" cy="987552"/>
          </a:xfrm>
          <a:prstGeom prst="roundRect">
            <a:avLst/>
          </a:prstGeom>
          <a:solidFill>
            <a:srgbClr val="17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11810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3A8A"/>
                </a:solidFill>
                <a:latin typeface="Segoe UI"/>
              </a:rPr>
              <a:t>API  (FastAPI routers)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48386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81D"/>
                </a:solidFill>
                <a:latin typeface="Segoe UI"/>
              </a:rPr>
              <a:t>customers · documents · rules · testcases · codegen · reports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393192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6B7280"/>
                </a:solidFill>
                <a:latin typeface="Segoe U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160520"/>
            <a:ext cx="7406640" cy="987552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22960" y="4160520"/>
            <a:ext cx="128016" cy="987552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430682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7C3AED"/>
                </a:solidFill>
                <a:latin typeface="Segoe UI"/>
              </a:rPr>
              <a:t>SERVICES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7258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81D"/>
                </a:solidFill>
                <a:latin typeface="Segoe UI"/>
              </a:rPr>
              <a:t>doc_parser  ·  extract_rules  ·  ai_client (Bedrock Converse)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512064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6B7280"/>
                </a:solidFill>
                <a:latin typeface="Segoe U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349240"/>
            <a:ext cx="7406640" cy="987552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349240"/>
            <a:ext cx="128016" cy="987552"/>
          </a:xfrm>
          <a:prstGeom prst="round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49554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67647"/>
                </a:solidFill>
                <a:latin typeface="Segoe UI"/>
              </a:rPr>
              <a:t>PERSISTENCE  (SQLAlchemy ORM)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861304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16181D"/>
                </a:solidFill>
                <a:latin typeface="Segoe UI"/>
              </a:rPr>
              <a:t>Customer ─&lt; Document ─&lt; Rule ─&lt; TestCase ─1 PlaywrightScript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595360" y="1783080"/>
            <a:ext cx="2834640" cy="2176272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2002536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FF"/>
                </a:solidFill>
                <a:latin typeface="Segoe UI"/>
              </a:rPr>
              <a:t>EXTERNAL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2423160"/>
            <a:ext cx="23774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AWS Bedrock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C6CFDE"/>
                </a:solidFill>
                <a:latin typeface="Segoe UI"/>
              </a:rPr>
              <a:t>Converse API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7B2"/>
                </a:solidFill>
                <a:latin typeface="Segoe UI"/>
              </a:rPr>
              <a:t>Inference-profile ARN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8A97B2"/>
                </a:solidFill>
                <a:latin typeface="Segoe UI"/>
              </a:rPr>
              <a:t>Bearer-token 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4251960"/>
            <a:ext cx="2834640" cy="19659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69680" y="4453128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7C3AED"/>
                </a:solidFill>
                <a:latin typeface="Segoe UI"/>
              </a:rPr>
              <a:t>KEY TRAITS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69680" y="485546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• Synchronous — no job queue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512978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• SQLite created at startup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540410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• No native doc blocks: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567842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  text-only to the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952744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• CORS → localhost:5173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The schema encodes the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2148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103120"/>
            <a:ext cx="2148840" cy="54864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2148840" cy="274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103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Customer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81635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id, name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1546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created_at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8" y="2971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─&lt;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16352" y="2103120"/>
            <a:ext cx="2148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16352" y="2103120"/>
            <a:ext cx="2148840" cy="548640"/>
          </a:xfrm>
          <a:prstGeom prst="roundRect">
            <a:avLst/>
          </a:prstGeom>
          <a:solidFill>
            <a:srgbClr val="17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6352" y="2377440"/>
            <a:ext cx="2148840" cy="274320"/>
          </a:xfrm>
          <a:prstGeom prst="rect">
            <a:avLst/>
          </a:prstGeom>
          <a:solidFill>
            <a:srgbClr val="17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16352" y="2103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Document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81635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doc_type, filename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1546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extracted_text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49300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uploaded_at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2971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─&lt;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9784" y="2103120"/>
            <a:ext cx="2148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129784" y="2103120"/>
            <a:ext cx="2148840" cy="548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9784" y="2377440"/>
            <a:ext cx="2148840" cy="274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9784" y="2103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30952" y="281635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sheet_name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30952" y="31546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rule_name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0952" y="349300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description,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51192" y="2971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─&lt;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43216" y="2103120"/>
            <a:ext cx="2148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443216" y="2103120"/>
            <a:ext cx="2148840" cy="54864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43216" y="2377440"/>
            <a:ext cx="2148840" cy="2743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43216" y="2103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TestCase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4384" y="281635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title, steps_json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44384" y="31546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expected_result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44384" y="349300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priority, status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44384" y="3831336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requirement_trace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64624" y="2971800"/>
            <a:ext cx="228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6B7280"/>
                </a:solidFill>
                <a:latin typeface="Segoe UI"/>
              </a:rPr>
              <a:t>─&lt;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756648" y="2103120"/>
            <a:ext cx="2148840" cy="2286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9756648" y="2103120"/>
            <a:ext cx="2148840" cy="548640"/>
          </a:xfrm>
          <a:prstGeom prst="round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756648" y="2377440"/>
            <a:ext cx="2148840" cy="274320"/>
          </a:xfrm>
          <a:prstGeom prst="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56648" y="2103120"/>
            <a:ext cx="2148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PlaywrightScript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57816" y="2816352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code (.spec.ts)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7816" y="3154680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16181D"/>
                </a:solidFill>
                <a:latin typeface="Segoe UI"/>
              </a:rPr>
              <a:t>generated_at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466344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B7280"/>
                </a:solidFill>
                <a:latin typeface="Segoe UI"/>
              </a:rPr>
              <a:t>One-to-many down the chain; TestCase → PlaywrightScript is one-to-one. </a:t>
            </a:r>
            <a:r>
              <a:rPr sz="1300" b="1" i="0">
                <a:solidFill>
                  <a:srgbClr val="16181D"/>
                </a:solidFill>
                <a:latin typeface="Segoe UI"/>
              </a:rPr>
              <a:t>Deleting a Customer cascades to all documents, rules, test cases &amp; scripts.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257800"/>
            <a:ext cx="3611880" cy="10515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53858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Rule extraction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57150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Header row must contain Rule Name + Discreption (source spelling); aliases in COLUMN_ALIASES.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270248" y="5257800"/>
            <a:ext cx="3611880" cy="10515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498848" y="53858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Draft → Approved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98848" y="57150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Scripts can only be generated for status == approved.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037576" y="5257800"/>
            <a:ext cx="3611880" cy="10515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66176" y="5385816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563EB"/>
                </a:solidFill>
                <a:latin typeface="Segoe UI"/>
              </a:rPr>
              <a:t>No migrations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66176" y="5715000"/>
            <a:ext cx="3200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</a:rPr>
              <a:t>Base.metadata.create_all at startup; change schema → delete DB.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END-TO-END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Six stages, each a router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728" cy="210312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842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2563EB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2996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Upload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606040"/>
            <a:ext cx="2926080" cy="365760"/>
          </a:xfrm>
          <a:prstGeom prst="roundRect">
            <a:avLst/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60604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3A8A"/>
                </a:solidFill>
                <a:latin typeface="Segoe UI"/>
              </a:rPr>
              <a:t>POST /customers/{id}/documents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089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.xlsx only → flatten sheets to text + persist one Rule per data 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7830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61688" y="1783080"/>
            <a:ext cx="109728" cy="2103120"/>
          </a:xfrm>
          <a:prstGeom prst="roundRect">
            <a:avLst/>
          </a:prstGeom>
          <a:solidFill>
            <a:srgbClr val="17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9842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173A8A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76088" y="202996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List rules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81728" y="2606040"/>
            <a:ext cx="2926080" cy="365760"/>
          </a:xfrm>
          <a:prstGeom prst="roundRect">
            <a:avLst/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18888" y="260604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3A8A"/>
                </a:solidFill>
                <a:latin typeface="Segoe UI"/>
              </a:rPr>
              <a:t>GET /rules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31089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Returns rules from the customer's most recently uploaded document.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83296" y="178308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83296" y="1783080"/>
            <a:ext cx="109728" cy="210312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03336" y="1984248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7C3AED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7696" y="2029968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Generate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03336" y="2606040"/>
            <a:ext cx="2926080" cy="365760"/>
          </a:xfrm>
          <a:prstGeom prst="roundRect">
            <a:avLst/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0496" y="260604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3A8A"/>
                </a:solidFill>
                <a:latin typeface="Segoe UI"/>
              </a:rPr>
              <a:t>POST /test-cases/generate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03336" y="3108960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One rule at a time; Bedrock forced to call record_test_cases. Saved as draft.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142232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" y="4142232"/>
            <a:ext cx="109728" cy="21031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3434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B45309"/>
                </a:solidFill>
                <a:latin typeface="Segoe U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4389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Review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965192"/>
            <a:ext cx="2926080" cy="365760"/>
          </a:xfrm>
          <a:prstGeom prst="roundRect">
            <a:avLst/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4965192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3A8A"/>
                </a:solidFill>
                <a:latin typeface="Segoe UI"/>
              </a:rPr>
              <a:t>PATCH + POST /approve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4681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Edit drafts, then approve. Approval stamps approved_at.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61688" y="4142232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361688" y="4142232"/>
            <a:ext cx="109728" cy="2103120"/>
          </a:xfrm>
          <a:prstGeom prst="round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8" y="43434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67647"/>
                </a:solidFill>
                <a:latin typeface="Segoe U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76088" y="4389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Generate script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681728" y="4965192"/>
            <a:ext cx="2926080" cy="365760"/>
          </a:xfrm>
          <a:prstGeom prst="roundRect">
            <a:avLst/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18888" y="4965192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3A8A"/>
                </a:solidFill>
                <a:latin typeface="Segoe UI"/>
              </a:rPr>
              <a:t>POST /generate-script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54681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Requires approved. Produces one plain-text .spec.ts (fences stripped).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83296" y="4142232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083296" y="4142232"/>
            <a:ext cx="109728" cy="2103120"/>
          </a:xfrm>
          <a:prstGeom prst="roundRect">
            <a:avLst/>
          </a:prstGeom>
          <a:solidFill>
            <a:srgbClr val="0E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03336" y="4343400"/>
            <a:ext cx="548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0E7A8A"/>
                </a:solidFill>
                <a:latin typeface="Segoe UI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7696" y="4389120"/>
            <a:ext cx="2423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16181D"/>
                </a:solidFill>
                <a:latin typeface="Segoe UI"/>
              </a:rPr>
              <a:t>Report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403336" y="4965192"/>
            <a:ext cx="2926080" cy="365760"/>
          </a:xfrm>
          <a:prstGeom prst="roundRect">
            <a:avLst/>
          </a:prstGeom>
          <a:solidFill>
            <a:srgbClr val="EA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40496" y="4965192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3A8A"/>
                </a:solidFill>
                <a:latin typeface="Segoe UI"/>
              </a:rPr>
              <a:t>GET /report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03336" y="5468112"/>
            <a:ext cx="29260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Server-rendered HTML traceability view + total/approved/draft counts.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AI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Reliable, structured generation with Bedrock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126480" cy="12801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728" cy="12801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94767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Tool-forced JSON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The model must call record_test_cases exactly once. Its input schema is the Pydantic GeneratedTestCaseList made strict — every object gets additionalProperties:false and all props required.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200400"/>
            <a:ext cx="6126480" cy="12801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3200400"/>
            <a:ext cx="109728" cy="12801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6499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Traceability by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49040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The system prompt (senior QA architect) requires each test case to cite a specific document/section in requirement_trace.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617720"/>
            <a:ext cx="6126480" cy="1280160"/>
          </a:xfrm>
          <a:prstGeom prst="roundRect">
            <a:avLst/>
          </a:prstGeom>
          <a:solidFill>
            <a:srgbClr val="F5F6F8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0080" y="4617720"/>
            <a:ext cx="109728" cy="12801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8231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Text-only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5669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The configured model rejects Converse document blocks, so workbooks are reduced to plain text at upload and sent as text blocks.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783080"/>
            <a:ext cx="4572000" cy="42519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0920" y="201168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FF"/>
                </a:solidFill>
                <a:latin typeface="Segoe UI"/>
              </a:rPr>
              <a:t>record_test_cases  —  tool input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242316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6CFDE"/>
                </a:solidFill>
                <a:latin typeface="Segoe UI"/>
              </a:rPr>
              <a:t>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68833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6CFDE"/>
                </a:solidFill>
                <a:latin typeface="Segoe UI"/>
              </a:rPr>
              <a:t>  "test_cases": [{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95351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C2FF"/>
                </a:solidFill>
                <a:latin typeface="Segoe UI"/>
              </a:rPr>
              <a:t>     title            : str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321868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C2FF"/>
                </a:solidFill>
                <a:latin typeface="Segoe UI"/>
              </a:rPr>
              <a:t>     preconditions    : str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48386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C2FF"/>
                </a:solidFill>
                <a:latin typeface="Segoe UI"/>
              </a:rPr>
              <a:t>     steps[]          : str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60920" y="374904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C2FF"/>
                </a:solidFill>
                <a:latin typeface="Segoe UI"/>
              </a:rPr>
              <a:t>     expected_result  : str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60920" y="401421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C2FF"/>
                </a:solidFill>
                <a:latin typeface="Segoe UI"/>
              </a:rPr>
              <a:t>     priority         : enum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427939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9FC2FF"/>
                </a:solidFill>
                <a:latin typeface="Segoe UI"/>
              </a:rPr>
              <a:t>     requirement_trace: str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454456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6CFDE"/>
                </a:solidFill>
                <a:latin typeface="Segoe UI"/>
              </a:rPr>
              <a:t>  }]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80974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C6CFDE"/>
                </a:solidFill>
                <a:latin typeface="Segoe UI"/>
              </a:rPr>
              <a:t>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507492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6181D"/>
                </a:solidFill>
                <a:latin typeface="Segoe UI"/>
              </a:rPr>
              <a:t>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60920" y="5340096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DD19E"/>
                </a:solidFill>
                <a:latin typeface="Segoe UI"/>
              </a:rPr>
              <a:t># strict: additionalProperties=false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560527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DD19E"/>
                </a:solidFill>
                <a:latin typeface="Segoe UI"/>
              </a:rPr>
              <a:t># strict: all properties required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2563EB"/>
                </a:solidFill>
                <a:latin typeface="Segoe UI"/>
              </a:rPr>
              <a:t>ENGINEERING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86384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16181D"/>
                </a:solidFill>
                <a:latin typeface="Segoe UI"/>
              </a:rPr>
              <a:t>Deliberate design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71600"/>
            <a:ext cx="822960" cy="508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3736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457200" cy="457200"/>
          </a:xfrm>
          <a:prstGeom prst="round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Strict schema → no parsing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Validation happens at the tool-call layer; the model retries on mismatch. No brittle text parsing.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3736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36008" y="2011680"/>
            <a:ext cx="457200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6008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Single source of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31089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ai_client builds an identical document-block set for both generation and codegen calls.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737360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6" y="2011680"/>
            <a:ext cx="457200" cy="457200"/>
          </a:xfrm>
          <a:prstGeom prst="roundRect">
            <a:avLst/>
          </a:prstGeom>
          <a:solidFill>
            <a:srgbClr val="0676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20116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65176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Resilient Playwright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7616" y="3108960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Codegen prefers role/text/label selectors since the live DOM isn't inspected; markdown fences stripped.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078224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" y="4352544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43525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992624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Graceful rule 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44982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Header aliasing + a 20-row scan; sheets missing required columns are skipped, failures logged not fatal.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61688" y="4078224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36008" y="4352544"/>
            <a:ext cx="457200" cy="457200"/>
          </a:xfrm>
          <a:prstGeom prst="roundRect">
            <a:avLst/>
          </a:prstGeom>
          <a:solidFill>
            <a:srgbClr val="17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36008" y="43525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4992624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Clear operational guardrails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44982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Run without --reload on Windows; delete the DB when the schema changes; DEBUG logs full prompts.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83296" y="4078224"/>
            <a:ext cx="3520440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3E6EA"/>
            </a:solidFill>
          </a:ln>
          <a:effectLst/>
          <a:effectLst>
            <a:outerShdw blurRad="90000" dist="38100" dir="5400000" rotWithShape="0">
              <a:srgbClr val="16181D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7616" y="4352544"/>
            <a:ext cx="457200" cy="457200"/>
          </a:xfrm>
          <a:prstGeom prst="roundRect">
            <a:avLst/>
          </a:prstGeom>
          <a:solidFill>
            <a:srgbClr val="0E7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57616" y="4352544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992624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6181D"/>
                </a:solidFill>
                <a:latin typeface="Segoe UI"/>
              </a:rPr>
              <a:t>Audit &amp; traceability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57616" y="5449824"/>
            <a:ext cx="2971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7280"/>
                </a:solidFill>
                <a:latin typeface="Segoe UI"/>
              </a:rPr>
              <a:t>Server-rendered report maps every test case back to its requirement with status + priority badges.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</a:rPr>
              <a:t>AI Test Case Generator  ·  Automation Platform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07040" y="6473952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6B7280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400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8FB4FF"/>
                </a:solidFill>
                <a:latin typeface="Segoe UI"/>
              </a:rPr>
              <a:t>ROADMAP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3400" b="1" i="0">
                <a:solidFill>
                  <a:srgbClr val="FFFFFF"/>
                </a:solidFill>
                <a:latin typeface="Segoe UI"/>
              </a:rPr>
              <a:t>Where this goes next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52120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914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1579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Async job 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53288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CBE2"/>
                </a:solidFill>
                <a:latin typeface="Segoe UI"/>
              </a:rPr>
              <a:t>Move multi-second Bedrock calls off the request thread.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011680"/>
            <a:ext cx="52120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09360" y="2011680"/>
            <a:ext cx="914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15798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Schema migrations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3288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CBE2"/>
                </a:solidFill>
                <a:latin typeface="Segoe UI"/>
              </a:rPr>
              <a:t>Add Alembic so model changes don't require deleting the DB.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291840"/>
            <a:ext cx="52120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291840"/>
            <a:ext cx="914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34381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Batch generation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81304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CBE2"/>
                </a:solidFill>
                <a:latin typeface="Segoe UI"/>
              </a:rPr>
              <a:t>Generate across many rules / documents in one pass.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40"/>
            <a:ext cx="52120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309360" y="3291840"/>
            <a:ext cx="914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34381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Re-add spec execution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81304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CBE2"/>
                </a:solidFill>
                <a:latin typeface="Segoe UI"/>
              </a:rPr>
              <a:t>Run generated Playwright specs and report results.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4572000"/>
            <a:ext cx="52120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2960" y="4572000"/>
            <a:ext cx="914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7183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Auth &amp; multi-tenant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09320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CBE2"/>
                </a:solidFill>
                <a:latin typeface="Segoe UI"/>
              </a:rPr>
              <a:t>User accounts, roles, and per-tenant isolation.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4572000"/>
            <a:ext cx="5212080" cy="105156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09360" y="4572000"/>
            <a:ext cx="91440" cy="105156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471830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Broader ingestion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5093207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BFCBE2"/>
                </a:solidFill>
                <a:latin typeface="Segoe UI"/>
              </a:rPr>
              <a:t>PDF/Word requirements once model/doc support allows.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5943600"/>
            <a:ext cx="10515600" cy="25400"/>
          </a:xfrm>
          <a:prstGeom prst="rect">
            <a:avLst/>
          </a:prstGeom>
          <a:solidFill>
            <a:srgbClr val="2B3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0807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Segoe UI"/>
              </a:rPr>
              <a:t>Thank you  —  Questions?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608076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7A89A6"/>
                </a:solidFill>
                <a:latin typeface="Segoe UI"/>
              </a:rPr>
              <a:t>FastAPI · SQLite · AWS Bedrock · Playwright · React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